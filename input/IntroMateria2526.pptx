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oCnSVhXRCuAmo8qT7YiA5eUPl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0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0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05680"/>
            <a:ext cx="2974320" cy="65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7;p5"/>
          <p:cNvCxnSpPr/>
          <p:nvPr/>
        </p:nvCxnSpPr>
        <p:spPr>
          <a:xfrm>
            <a:off x="0" y="6190200"/>
            <a:ext cx="9144000" cy="36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" name="Google Shape;8;p5"/>
          <p:cNvCxnSpPr/>
          <p:nvPr/>
        </p:nvCxnSpPr>
        <p:spPr>
          <a:xfrm>
            <a:off x="0" y="896040"/>
            <a:ext cx="9144000" cy="36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" name="Google Shape;9;p5"/>
          <p:cNvCxnSpPr/>
          <p:nvPr/>
        </p:nvCxnSpPr>
        <p:spPr>
          <a:xfrm>
            <a:off x="0" y="6190200"/>
            <a:ext cx="9144000" cy="36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" name="Google Shape;10;p5"/>
          <p:cNvSpPr txBox="1"/>
          <p:nvPr>
            <p:ph type="title"/>
          </p:nvPr>
        </p:nvSpPr>
        <p:spPr>
          <a:xfrm>
            <a:off x="633960" y="45720"/>
            <a:ext cx="7886160" cy="80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05680"/>
            <a:ext cx="2974320" cy="65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7"/>
          <p:cNvCxnSpPr/>
          <p:nvPr/>
        </p:nvCxnSpPr>
        <p:spPr>
          <a:xfrm>
            <a:off x="0" y="6190200"/>
            <a:ext cx="9144000" cy="36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7"/>
          <p:cNvCxnSpPr/>
          <p:nvPr/>
        </p:nvCxnSpPr>
        <p:spPr>
          <a:xfrm>
            <a:off x="0" y="896040"/>
            <a:ext cx="9144000" cy="360"/>
          </a:xfrm>
          <a:prstGeom prst="straightConnector1">
            <a:avLst/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/>
          <p:nvPr/>
        </p:nvSpPr>
        <p:spPr>
          <a:xfrm>
            <a:off x="1143000" y="1124640"/>
            <a:ext cx="714204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M3.02: Ciclo de Vida de los Datos</a:t>
            </a:r>
            <a:endParaRPr b="0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1143000" y="3602160"/>
            <a:ext cx="6857280" cy="1654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Fernando Aguilar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Santander, </a:t>
            </a:r>
            <a:r>
              <a:rPr lang="en-US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Noviembre 202</a:t>
            </a:r>
            <a:r>
              <a:rPr lang="en-US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>
            <a:off x="633960" y="45720"/>
            <a:ext cx="7886160" cy="80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28560" y="1042560"/>
            <a:ext cx="7886160" cy="500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86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Diferentes aproximaciones al Ciclo de Vida de los Datos.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86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Management Plans (DMPs). Proyecto de ciencia de datos.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86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 Metadatos.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86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Ingestión de datos y automatización de gestión de datos abiertos.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86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Extracción, Transformación y carga de datos. ETL. Mapeo relacional de objetos.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86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Curación y pre-procesado de datos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861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Preservación de los datos.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7955280" y="6356520"/>
            <a:ext cx="564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3029040" y="6356520"/>
            <a:ext cx="46328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M3.02 - DLC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633960" y="45720"/>
            <a:ext cx="7886160" cy="803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28560" y="1042560"/>
            <a:ext cx="7886160" cy="5001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70640" lvl="0" marL="17136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 Créditos ECTS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640" lvl="0" marL="17136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Práctica: Python (+librerías de análisis), Jupyter, GitHub…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640" lvl="0" marL="17136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Jupyter: datasciencehub.ifca.es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640" lvl="0" marL="17136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Material online: Moodle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640" lvl="0" marL="17136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Evaluación: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280" lvl="1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Prueba de progreso: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30 %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Test final – </a:t>
            </a:r>
            <a:r>
              <a:rPr b="1" i="0" lang="en-US" sz="2000" u="none" cap="none" strike="noStrike">
                <a:solidFill>
                  <a:srgbClr val="FF33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000">
                <a:solidFill>
                  <a:srgbClr val="FF333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2000" u="none" cap="none" strike="noStrike">
                <a:solidFill>
                  <a:srgbClr val="FF3333"/>
                </a:solidFill>
                <a:latin typeface="Calibri"/>
                <a:ea typeface="Calibri"/>
                <a:cs typeface="Calibri"/>
                <a:sym typeface="Calibri"/>
              </a:rPr>
              <a:t> Enero</a:t>
            </a:r>
            <a:endParaRPr b="1" i="0" sz="2000" u="none" cap="none" strike="noStrike">
              <a:solidFill>
                <a:schemeClr val="dk1"/>
              </a:solidFill>
            </a:endParaRPr>
          </a:p>
          <a:p>
            <a:pPr indent="-170640" lvl="1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Valoración de informes y trabajos: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640" lvl="2" marL="971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Trabajo individual: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40 %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Trabajo semanal, prácticas.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280" lvl="2" marL="971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Trabajo en grupo: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15 %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Grupos interdisciplinares, a presentar en Enero (Propuesta en Noviembre).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280" lvl="1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Exposición oral del trabajo: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15% - </a:t>
            </a: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Enero</a:t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955280" y="6356520"/>
            <a:ext cx="56448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029040" y="6356520"/>
            <a:ext cx="4632840" cy="36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M3.02 - DLC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2017-09-17T09:38:06Z</dcterms:created>
  <dc:creator>Jesus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Presentación en pantalla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</vt:i4>
  </property>
</Properties>
</file>